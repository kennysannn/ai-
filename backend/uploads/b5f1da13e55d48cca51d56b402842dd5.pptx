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提示工程要点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Few-shot 示例能显著提升输出质量。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